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LINGUS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Contratação inteligente de professores freelancer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337560"/>
            <a:ext cx="2286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Conectando escolas aos melhores educadores do mundo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Desafio Atual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274320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Contratação Lenta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Processo demorado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e ineficiente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74320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❌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Falta de Qualidade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Difícil encontrar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profissionais qualificados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74320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❌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Custos Altos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Intermediários cobram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comissões elevadas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Solução: LINGUS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ESCOLAS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Publica pedido com especificações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Recebe candidaturas qualificadas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34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Escolhe o melhor professor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181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Comunicação integrada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6576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PROFESSORES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Encontra oportunidades relevantes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350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Controla sua disponibilidade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7340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Recebe pagamento direto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1181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✓ Constrói sua reputação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da Escola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6459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Cria Pedido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Matéria, série,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horas, valor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886200" y="1737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1752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Publica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Abre para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candidaturas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Recebe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Candidatos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017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Professores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se candidatam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2606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Dashboard - Candidatos Recebidos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Profa. Maria Silva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4599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45994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R$ 80/h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4599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92%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056632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29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Prof. João Santos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51297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51297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R$ 70/h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51297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85%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5586984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6601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Profa. Ana Costa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56601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56601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R$ 75/h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56601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88%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do Professor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6459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Completa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Perfil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Qualificações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4884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8036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Vê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Oportunidades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Filtros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Candidatar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Proposta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Contratado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Inicia trabalho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Minhas Oportunidades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07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E.E. São Paulo • Inglês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4507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7º ano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4507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R$ 85/h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45079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Perfeito!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956048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029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Colégio Mindful • Espanhol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0" y="5029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8º-9º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12080" y="5029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R$ 75/h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0" y="5029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Ótimo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5477256"/>
            <a:ext cx="7863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550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</a:rPr>
              <a:t>Instituto Beta • Inglês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55504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Adultos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2080" y="5550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R$ 90/h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83680" y="55504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Excelente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Negócio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743200" cy="18288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Comissão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Contratação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8-12%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743200" cy="18288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Plano Premium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Escolas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Acesso ilimitado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743200" cy="18288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Plano Premium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Professores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Visibilidade 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Oportunidade de Mercado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256032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12 mil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Escolas no Brasil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4160520"/>
            <a:ext cx="256032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500 mil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4709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Professores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160520"/>
            <a:ext cx="256032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R$ 3.5B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4709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Mercado de educação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Lingus?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⚡ Plataforma 100% digital e mobile-first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Matching inteligente com 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Sem intermediários - menor custo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⭐ Sistema de reputação transparente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Pagamento seguro e garantido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📱 Integração com sistemas escolares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Próximos Passos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Q2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MVP desenvolvido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Beta com 20 escolas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Q3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Launch público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5 cidades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Q4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500+ usuários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Renda recorrente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Vamos revolucionar a educação? 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5440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promovasenet@gmail.com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2026-05-08T22:07:02Z</dcterms:created>
  <dcterms:modified xsi:type="dcterms:W3CDTF">2026-05-08T22:07:02Z</dcterms:modified>
</cp:coreProperties>
</file>